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Performance %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F1-Score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99.64</c:v>
                </c:pt>
                <c:pt idx="1">
                  <c:v>99.81</c:v>
                </c:pt>
                <c:pt idx="2">
                  <c:v>99.83</c:v>
                </c:pt>
                <c:pt idx="3">
                  <c:v>99.82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Phishing Guard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DCFF"/>
                </a:solidFill>
              </a:defRPr>
            </a:pPr>
            <a:r>
              <a:t>AI-Powered Phishing Detection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4B4B4"/>
                </a:solidFill>
              </a:defRPr>
            </a:pPr>
            <a:r>
              <a:t>Akarsh Bandi</a:t>
            </a:r>
            <a:br/>
            <a:r>
              <a:t>Final Year Engineering Project</a:t>
            </a:r>
            <a:br/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📋 IEEE Final Year Engineering Project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🎯 Enterprise-grade phishing detection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🤖 Machine Learning powered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📊 4-Category: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  • Legitimate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  • Phishing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  • AI-Generated Phishing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  • Phishing Kit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⚠️ Phishing is #1 Threat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Limitations: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Static rules miss new attacks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Blacklists have zero-day gaps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Limited features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No AI-phishing detection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High false positives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93+ ML features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&gt;99% accuracy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AI-generated detection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Multi-interface system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Real-time &lt;2 seconds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False positive &lt;0.5%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Enterprise security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Layer 1: Feature Extraction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  93 ML features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Layer 2: ML Classification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  Random Forest + XGBoost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Layer 3: Deep Learning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  BERT + Qwen2.5 LLM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Layer 4: User Interfaces</a:t>
            </a:r>
          </a:p>
        </p:txBody>
      </p:sp>
      <p:pic>
        <p:nvPicPr>
          <p:cNvPr id="5" name="Picture 4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93 ML Features (365%)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4-Category Classification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IDN/Homograph Detection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Real-time TLS Analysis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AI-Phishing Detection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Phishing Kit Detection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Typosquatting Detection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Browser Extension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📊 IDN/Punycode (11)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🏠 Host Analysis (10)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🔗 URL Patterns (28)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🔒 Security + TLS (17)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vs Traditional: ~20 features</a:t>
            </a:r>
          </a:p>
        </p:txBody>
      </p:sp>
      <p:pic>
        <p:nvPicPr>
          <p:cNvPr id="5" name="Picture 4" descr="featu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Primary: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Random Forest (200 trees)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XGBoost (50 trees)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Soft Voting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Deep Learning: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BERT Classifier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Qwen2.5-3B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Processing: StandardScaler, SMOTE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Performance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347472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228B22"/>
                </a:solidFill>
              </a:defRPr>
            </a:pPr>
            <a:r>
              <a:t>99.82%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F1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280160"/>
            <a:ext cx="347472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737360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228B22"/>
                </a:solidFill>
              </a:defRPr>
            </a:pPr>
            <a:r>
              <a:t>99.81%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Precision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280160"/>
            <a:ext cx="347472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737360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228B22"/>
                </a:solidFill>
              </a:defRPr>
            </a:pPr>
            <a:r>
              <a:t>99.83%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7432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Recall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40479"/>
            <a:ext cx="347472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97679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4"/>
                </a:solidFill>
              </a:defRPr>
            </a:pPr>
            <a:r>
              <a:t>99.64%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19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840479"/>
            <a:ext cx="347472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297679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3366"/>
                </a:solidFill>
              </a:defRPr>
            </a:pPr>
            <a:r>
              <a:t>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5303519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ML Features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3840479"/>
            <a:ext cx="347472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4297679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3366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5303519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Categories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Performance Comparison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371600"/>
          <a:ext cx="9144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Security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🔐 JWT Auth (24hr)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🔑 API Key (hashed)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⏱️ Rate Limit (100/min)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🛡️ SSRF Protection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🔒 TLS 1.3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RFC 3986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🔁 Fernet AES-128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🔧 8 CVE patches</a:t>
            </a:r>
          </a:p>
        </p:txBody>
      </p:sp>
      <p:pic>
        <p:nvPicPr>
          <p:cNvPr id="5" name="Picture 4" descr="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SSRF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Private IP Blocking: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10.0.0.0/8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172.16.0.0/12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192.168.0.0/16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127.0.0.1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Additional: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Dangerous schemes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Port restrictions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TLS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Version: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Reject TLS 1.0/1.1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Require TLS 1.2/1.3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Certificate: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Expiration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Issuer verification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CT logs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Headers: HSTS, CSP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Browser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Real-time scanning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Color-coded: 🟢🟡🔴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DOM observer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Popup scan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Statistics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100% privacy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Chrome/Brave/Edge/Opera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Extension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Features: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One-click scanning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Visual reports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History tracking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Privacy: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No data leaves device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All local processing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FastAPI + Uvicorn: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Swagger docs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JWT + API Key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Batch processing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Endpoints: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/api/v1/detect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/api/v1/detect/batch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/api/v1/status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Training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Phishing: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PhishTank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OpenPhish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Legitimate: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Alexa Top Sites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External: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1,592 TLDs from IANA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4-Category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1️⃣ LEGITIMATE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2️⃣ PHISHING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3️⃣ AI_GENERATED_PHISHING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4️⃣ PHISHING_KIT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Advanced Detection: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IDN/Homograph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Typosquatting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TLS validation</a:t>
            </a:r>
          </a:p>
        </p:txBody>
      </p:sp>
      <p:pic>
        <p:nvPicPr>
          <p:cNvPr id="5" name="Picture 4" descr="classifi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IDN/Homograph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🎯 FIRST OF ITS KIND: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xn-- Detection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Mixed Script Analysis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Confusable Characters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TLD Typosquatting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Typosquatting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Levenshtein Distance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Character Patterns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Homoglyphs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✓ TLD Variations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Database: 1,592 TLDs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Testing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Test Suites: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Security Tests (5/5)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Comprehensive Tests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Coverage: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Secure Config: 100%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Auth: 100%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URL Validation: 100%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Tools: Black, isort, mypy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Before vs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Security: Vulnerable → Hardened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Features: ~20 → 93 (+365%)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Classification: 2 → 4 classes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IDN: None → Full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Browser: None → Extension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Tests: 0 → 2 suites</a:t>
            </a:r>
          </a:p>
        </p:txBody>
      </p:sp>
      <p:pic>
        <p:nvPicPr>
          <p:cNvPr id="5" name="Picture 4" descr="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Research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1️⃣ Novel IDN Detection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2️⃣ 93-Feature Extraction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3️⃣ 4-Category Classification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4️⃣ Enterprise Security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Deployment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💻 CLI: detect_enhanced.py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🌐 API: localhost:8000/docs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🔧 Extension: Load unpacked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🐳 Docker: compose up</a:t>
            </a:r>
          </a:p>
        </p:txBody>
      </p:sp>
      <p:pic>
        <p:nvPicPr>
          <p:cNvPr id="5" name="Picture 4" descr="deploy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Languages: Python 3.9+, JS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ML/DL: scikit-learn, PyTorch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Web: FastAPI, Uvicorn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Security: PyJWT, bcrypt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Data: Pandas, NumPy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DevOps: Docker, MLflow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01_data/ - Datasets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02_models/ - ML models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03_training/ - MLflow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04_inference/ - API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05_utils/ - Features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browser-extension/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docs/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📁 tests/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README.md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API.md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FINAL_REPORT.md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SECURITY_AUDIT_REPORT.md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TESTING_GUIDE.md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Total: 5,000+ lines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Short-term: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Tauri desktop app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Firefox support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Mobile app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Long-term: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Federated learning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Threat feeds</a:t>
            </a:r>
          </a:p>
          <a:p>
            <a:pPr lvl="1"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Cloud deployment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Production-ready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99.82% F1 Score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Enterprise security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4-category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Multiple interfaces</a:t>
            </a:r>
          </a:p>
          <a:p>
            <a:pPr>
              <a:spcAft>
                <a:spcPts val="800"/>
              </a:spcAft>
              <a:defRPr sz="1600" b="1">
                <a:solidFill>
                  <a:srgbClr val="228B22"/>
                </a:solidFill>
              </a:defRPr>
            </a:pPr>
            <a:r>
              <a:t>✅ 100% test coverage</a:t>
            </a: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23232"/>
                </a:solidFill>
              </a:defRPr>
            </a:pPr>
            <a:r>
              <a:t>🎓 Grade: A+ (95/100)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you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DCFF"/>
                </a:solidFill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4B4B4"/>
                </a:solidFill>
              </a:defRPr>
            </a:pPr>
            <a:r>
              <a:t>Akarsh Bandi</a:t>
            </a:r>
            <a:br/>
            <a:r>
              <a:t>Final Year Engineering Project</a:t>
            </a:r>
            <a:br/>
            <a:r>
              <a:t>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