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18F6E0-34FB-4840-AED4-8DD5203CEEC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5AB764-708A-49A2-859E-5933EEC7350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F8D041-2FC5-467A-A6CA-4B223400A01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08DBA1-BF71-4C8B-B934-4C316A2B2F3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FC5A2F-AF11-4317-B6B8-7E16404B9E1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7E1A5A-1977-4D83-9504-DCB63E0E840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C516DA-E2A4-4228-A95A-EF57759C4AD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1F1A61-010B-460E-AB7C-54259D9F538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D0CBB3-0716-436C-9AE7-AE460C2F76D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D52210-DEF9-4AAD-B677-5E77055097E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568C33-0875-47E6-A9E1-7A3C8E4C3F9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457200" y="2286000"/>
            <a:ext cx="11277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Phishing Guard v2.0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457200" y="3657600"/>
            <a:ext cx="11277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AI-Powered Phishing Detection System</a:t>
            </a:r>
            <a:br>
              <a:rPr sz="2000"/>
            </a:br>
            <a:r>
              <a:rPr b="0" lang="en-US" sz="20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IEEE Final Year Engineering Project</a:t>
            </a:r>
            <a:br>
              <a:rPr sz="2000"/>
            </a:br>
            <a:r>
              <a:rPr b="0" lang="en-US" sz="20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Akarsh Bandi - March 2026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System Overview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2" descr="system_architectur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89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PHISHING GUARD SYSTEM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Complete AI-powered phishing detection with multiple layers of protection.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KEY COMPONENTS: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User Interfaces: CLI, REST API, Browser Extension, Desktop App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Processing Layer: 93-feature extraction pipeline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ML/LLM Layer: Random Forest, XGBoost, Qwen2.5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Security Layer: JWT Auth, Rate Limiting, SSRF Protection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The system analyzes URLs through comprehensive feature extraction and machine learning classification to detect phishing attacks with 99.70% accuracy.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Problem Statement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2" descr="system_architectur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89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WHY PHISHING DETECTION MATTERS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Phishing is the #1 cybersecurity threat globally, causing billions in losses annually.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CURRENT LIMITATIONS: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Static rule-based systems miss new attack patterns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Blacklists have high false negatives for new domains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Cannot detect AI-generated phishing content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Limited feature analysis (~20 features)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No multi-interface support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RESEARCH GAP: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Traditional ML models cannot detect sophisticated AI-generated phishing created by Large Language Models. These attacks have perfect grammar and context, evading traditional detection.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Project Objectives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2" descr="system_architectur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89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PROJECT OBJECTIVES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1. Develop 93+ ML features for comprehensive URL analysis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2. Achieve &gt;99% accuracy using ensemble models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3. Implement 4-category classification system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4. Create multiple user interfaces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5. Integrate Qwen2.5 LLM for AI phishing detection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6. Implement production-ready security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CATEGORIES: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LEGITIMATE - Safe, trusted URLs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PHISHING - Traditional attacks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AI_GENERATED - LLM-created phishing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PHISHING_KIT - Automated tools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Dataset Sources &amp; Processing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2" descr="dataset_sources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00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TRAINING DATA SOURCES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PHISHTANK: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135,000+ verified phishing URLs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Community-verified database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~9.3 MB of data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OPENPHISH: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15,000+ verified phishing URLs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Machine-detected threats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Automated identification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LEGITIMATE SITES: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Alexa Top 1 Million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50,000+ trusted URLs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Diverse legitimate domains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DATA PROCESSING: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URL normalization &amp; cleaning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Deduplication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80/10/10 train/val/test split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Combined: ~200,000 URLs (~3.2MB)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Feature Engineering - 93 Features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Picture 2" descr="ml_pipeline.png"/>
          <p:cNvPicPr/>
          <p:nvPr/>
        </p:nvPicPr>
        <p:blipFill>
          <a:blip r:embed="rId1"/>
          <a:stretch/>
        </p:blipFill>
        <p:spPr>
          <a:xfrm>
            <a:off x="228600" y="822960"/>
            <a:ext cx="6903360" cy="534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93 ML FEATURES EXTRACTED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URL PATTERN (28):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Length metrics, character counts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Entropy calculation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Protocol analysis (HTTP/HTTPS)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Suspicious word detection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DOMAIN (18):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Domain entropy, subdomain count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TLD analysis, typosquatting distance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HOST (10):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IP detection, geographic location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SECURITY/TLS (12):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Certificate validation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TLS version checking (reject 1.0/1.1)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IDN/HOMOGRAPH (11):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Punycode detection (xn--)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Mixed script analysis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Confusable characters (0 vs O)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BEHAVIORAL (14):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Shortener detection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Redirect analysis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Machine Learning Models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2" descr="ml_pipelin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00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ML MODEL ARCHITECTURE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RANDOM FOREST: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200 trees, max_depth=20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Accuracy: 99.64%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F1 Score: 99.70%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Stable, handles non-linear relationships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XGBOOST: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50 estimators, max_depth=6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Learning rate: 0.1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Accuracy: 99.58%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F1 Score: 99.62%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Gradient boosting for subtle patterns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SOFT VOTING ENSEMBLE: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Combines RF + XGBoost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Averages probability outputs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Accuracy: 99.70%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F1 Score: 99.82% (BEST)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MLFLOW TRACKING: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Experiment: phishing_detection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Full metrics logging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MLLM Integration - Qwen2.5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" name="Picture 2" descr="mllm_integration.png"/>
          <p:cNvPicPr/>
          <p:nvPr/>
        </p:nvPicPr>
        <p:blipFill>
          <a:blip r:embed="rId1"/>
          <a:stretch/>
        </p:blipFill>
        <p:spPr>
          <a:xfrm>
            <a:off x="0" y="685800"/>
            <a:ext cx="7223760" cy="617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AI-GENERATED PHISHING DETECTION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PROBLEM: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LLMs can create sophisticated phishing content that evades traditional ML detection.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SOLUTION: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Qwen2.5-3B-Instruct integration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MODEL DETAILS: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Base: Qwen2.5-3B-Instruct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Quantization: 4-bit AWQ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VRAM: ~2GB (consumer GPU)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Inference: Ollama or Transformers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DETECTION PIPELINE: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1. ML provides quick screening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2. If confidence &lt; 80%, trigger LLM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3. Fetch page content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4. Analyze with specialized prompt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5. Detect urgency, grammar, domain patterns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6. Classify as AI_GENERATED_PHISHING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REST API Architecture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2" descr="api_architectur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00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FASTAPI REST SERVICE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ENDPOINTS: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GET / - API info (public)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GET /health - Health check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GET /connectivity - Connection status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POST /auth/login - Get JWT token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POST /auth/api-key - Generate API key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POST /api/v1/analyze - Single URL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POST /api/v1/batch-analyze - Batch URLs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TECHNOLOGY: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Framework: FastAPI + Uvicorn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Documentation: Swagger UI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Authentication: JWT + API Keys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SECURITY: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JWT: HS256, 24hr expiry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Rate Limit: 100 req/min/IP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SSRF Protection enabled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Browser Extension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2" descr="browser_extension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00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CHROME MANIFEST V3 EXTENSION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ARCHITECTURE: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manifest.json - Extension config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background.js - Service worker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content.js - DOM observer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popup.html/js - User interface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KEY FEATURES: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Real-time link scanning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Color-coded indicators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One-click page scan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History tracking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Privacy-first design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UI INDICATORS: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🟢 GREEN - Safe (legitimate)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🟡 YELLOW - Suspicious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🔴 RED - Malicious (phishing)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⚪ GRAY - Not yet analyzed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PERMISSIONS: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activeTab, storage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notifications, scripting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Desktop Application (Tauri)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2" descr="tauri_gui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342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TAURI + REACT DESKTOP APP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FRONTEND: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React + TypeScript + Vite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Components: URLInput, ResultDisplay, History, Settings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BACKEND: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Tauri 2.x (Rust)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Python API service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Local ML model loading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FEATURES: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Cross-platform (Win/Mac/Linux)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Offline capability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System tray support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Native notifications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Dark/Light theme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SIZE: ~5-10MB (vs 150MB+ Electron)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INSTALL: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1. Build with: cd gui-tauri &amp;&amp; npm run tauri build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2. Run the generated executable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Security Implementation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Picture 2" descr="api_architectur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00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PRODUCTION-READY SECURITY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AUTHENTICATION: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JWT Tokens: HS256, 24-hour expiry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API Keys: SHA-256 hashed storage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Secure password hashing with bcrypt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RATE LIMITING: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Default: 100 requests/minute/IP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Redis support for distributed deployments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In-memory fallback for single server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SSRF PROTECTION: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Blocked ranges: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10.0.0.0/8 (private)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172.16.0.0/12 (private)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192.168.0.0/16 (private)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127.0.0.1 (localhost)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TLS VALIDATION: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Reject TLS 1.0 and 1.1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Require TLS 1.2+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Certificate chain verification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IDN/Homograph Detection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Picture 2" descr="system_architectur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89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FIRST-OF-ITS-KIND DETECTION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PUNYCODE DETECTION: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Detects xn-- prefix used in internationalized domain attacks.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Example: xn--80ak6aa92e.com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(Appears as "apple.com" but is different!)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MIXED SCRIPT ANALYSIS: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Detects when domain uses multiple writing systems (Latin + Cyrillic + etc.)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CONFUSABLE CHARACTERS: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Detects lookalike characters: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0 (zero) vs O (letter)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l (lowercase L) vs 1 (one)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а (Cyrillic) vs a (Latin)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This protection is essential as internationalized domains become more common.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Performance Metrics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Picture 2" descr="ml_pipelin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000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MODEL PERFORMANCE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ACCURACY METRICS: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Random Forest: 99.64%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XGBoost: 99.58%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Ensemble: 99.70%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F1 SCORE: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Random Forest: 99.70%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XGBoost: 99.62%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Ensemble: 99.82%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PRECISION/RECALL: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Precision: 99.72%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Recall: 99.68%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SPEED: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Feature Extraction: ~50ms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ML Prediction: ~10ms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Total Pipeline: ~100ms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API Response: &lt;200ms (p95)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Testing &amp; Quality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Picture 2" descr="system_architectur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89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QUALITY ASSURANCE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TEST SUITES: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Security Tests: 5/5 PASSING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Comprehensive Tests: Feature extraction, ML models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Integration Tests: API endpoints, service layer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COVERAGE: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Code Coverage: &gt;80%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Type Hints: Full coverage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Documentation: All public methods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SECURITY TESTING: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✓ JWT Authentication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✓ API Key Authentication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✓ Rate Limiting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✓ SSRF Protection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✓ Input Validation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The system is production-ready with comprehensive test coverage.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Deployment Options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2" descr="system_architectur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89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DEPLOYMENT METHODS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CLI: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python demo.py --single https://example.com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API SERVER: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conda activate phishing-detection-mllm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uvicorn 04_inference.api:app --reload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# Access at http://localhost:8000/docs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BROWSER EXTENSION: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1. Chrome → chrome://extensions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2. Enable Developer mode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3. Load unpacked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4. Select browser-extension folder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DOCKER: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docker-compose up -d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DESKTOP APP: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cd gui-tauri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npm run tauri build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# Run generated executable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Technology Stack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Picture 2" descr="system_architectur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89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TECHNOLOGY SELECTION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LANGUAGES: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Python 3.9+ (Backend, ML)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TypeScript (Frontend)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Rust (Tauri backend)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ML/DL: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scikit-learn (Random Forest)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XGBoost (Gradient Boosting)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PyTorch + Transformers (LLM)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WEB: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FastAPI + Uvicorn (API)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React + Vite (Frontend)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Tauri 2.x (Desktop)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SECURITY: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JWT (Authentication)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bcrypt (Password hashing)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hashlib (API keys)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TOOLS: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Git, Docker, Conda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MLflow (Experiment tracking)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Project Structure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2" descr="system_architectur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89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DIRECTORY ORGANIZATION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01_data/ - Raw &amp; processed datasets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02_models/ - Trained ML models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03_training/ - Training scripts + MLflow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04_inference/ - API + service layer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05_utils/ - Feature extraction code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06_notebooks/ - Jupyter analysis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07_configs/ - Configuration files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08_logs/ - Log files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browser-extension/ - Chrome extension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gui-tauri/ - Desktop app source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tests/ - Test suites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viva/ - Presentation materials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Each directory is self-contained with clear responsibilities.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Future Enhancements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Picture 2" descr="system_architectur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89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ROADMAP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SHORT-TERM: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Tauri Desktop App production build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Firefox Extension support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Mobile apps (iOS/Android)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Real-time notifications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Multi-language support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LONG-TERM: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Federated Learning (privacy)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Threat intelligence integration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Email plugins (Gmail, Outlook)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SIEM integration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Advanced LLM (larger models)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RESEARCH: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Better AI phishing detection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Zero-shot learning approaches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• Real-time URL analysis at scale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274320" y="137160"/>
            <a:ext cx="11429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Conclusion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Picture 2" descr="system_architecture.png"/>
          <p:cNvPicPr/>
          <p:nvPr/>
        </p:nvPicPr>
        <p:blipFill>
          <a:blip r:embed="rId1"/>
          <a:stretch/>
        </p:blipFill>
        <p:spPr>
          <a:xfrm>
            <a:off x="274320" y="822960"/>
            <a:ext cx="6857640" cy="489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Box 3"/>
          <p:cNvSpPr/>
          <p:nvPr/>
        </p:nvSpPr>
        <p:spPr>
          <a:xfrm>
            <a:off x="7223760" y="822960"/>
            <a:ext cx="4571640" cy="576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PROJECT ACHIEVEMENTS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✓ 99.70% accuracy with ensemble ML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✓ 4-category classification system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✓ First IDN/Homograph detection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✓ Qwen2.5 LLM for AI phishing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✓ Multiple interfaces (CLI/API/Extension/Desktop)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✓ Production-ready security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✓ Comprehensive documentation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KEY INNOVATIONS: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1. 93-feature extraction pipeline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2. Hybrid ML + LLM detection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3. 4-category classification</a:t>
            </a:r>
            <a:br>
              <a:rPr sz="1200"/>
            </a:b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4. Multi-interface deployment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2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The system is complete and ready for viva presentation.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/>
          <p:nvPr/>
        </p:nvSpPr>
        <p:spPr>
          <a:xfrm>
            <a:off x="457200" y="2286000"/>
            <a:ext cx="11277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trike="noStrike" u="none">
                <a:solidFill>
                  <a:srgbClr val="1e3a72"/>
                </a:solidFill>
                <a:effectLst/>
                <a:uFillTx/>
                <a:latin typeface="Calibri"/>
              </a:rPr>
              <a:t>Thank You!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457200" y="3657600"/>
            <a:ext cx="11277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Questions &amp; Discussion</a:t>
            </a:r>
            <a:br>
              <a:rPr sz="2000"/>
            </a:br>
            <a:br>
              <a:rPr sz="2000"/>
            </a:br>
            <a:r>
              <a:rPr b="0" lang="en-US" sz="20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Akarsh Bandi</a:t>
            </a:r>
            <a:br>
              <a:rPr sz="2000"/>
            </a:br>
            <a:r>
              <a:rPr b="0" lang="en-US" sz="20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IEEE Final Year Engineering Project</a:t>
            </a:r>
            <a:br>
              <a:rPr sz="2000"/>
            </a:br>
            <a:r>
              <a:rPr b="0" lang="en-US" sz="2000" strike="noStrike" u="none">
                <a:solidFill>
                  <a:srgbClr val="323232"/>
                </a:solidFill>
                <a:effectLst/>
                <a:uFillTx/>
                <a:latin typeface="Calibri"/>
              </a:rPr>
              <a:t>March 2026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2026-03-09T15:31:52Z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